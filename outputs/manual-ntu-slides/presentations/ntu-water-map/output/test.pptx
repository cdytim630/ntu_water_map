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edcf405331447d" /><Relationship Type="http://schemas.openxmlformats.org/officeDocument/2006/relationships/extended-properties" Target="/docProps/app.xml" Id="R1c35ad25b14a4472" /><Relationship Type="http://schemas.openxmlformats.org/officeDocument/2006/relationships/officeDocument" Target="/ppt/presentation.xml" Id="R00836e8b88b04d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1dd4d75afc4dfe"/>
  </p:sldMasterIdLst>
  <p:notesMasterIdLst>
    <p:notesMasterId xmlns:r="http://schemas.openxmlformats.org/officeDocument/2006/relationships" r:id="R82cff055259a4067"/>
  </p:notesMasterIdLst>
  <p:sldIdLst>
    <p:sldId xmlns:r="http://schemas.openxmlformats.org/officeDocument/2006/relationships" id="256" r:id="Rf06fa9a934e54f5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817cf230694e90" /><Relationship Type="http://schemas.openxmlformats.org/officeDocument/2006/relationships/slideMaster" Target="/ppt/slideMasters/slideMaster1.xml" Id="R6b1dd4d75afc4dfe" /><Relationship Type="http://schemas.openxmlformats.org/officeDocument/2006/relationships/notesMaster" Target="/ppt/notesMasters/notesMaster1.xml" Id="R82cff055259a4067" /><Relationship Type="http://schemas.openxmlformats.org/officeDocument/2006/relationships/presProps" Target="/ppt/presProps.xml" Id="Ra48390e1f8474342" /><Relationship Type="http://schemas.openxmlformats.org/officeDocument/2006/relationships/viewProps" Target="/ppt/viewProps.xml" Id="R6da013110de14d5a" /><Relationship Type="http://schemas.openxmlformats.org/officeDocument/2006/relationships/tableStyles" Target="/ppt/tableStyles.xml" Id="R530478175cb745ca" /><Relationship Type="http://schemas.openxmlformats.org/officeDocument/2006/relationships/slide" Target="/ppt/slides/slide1.xml" Id="Rf06fa9a934e54f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689ec8f2ae4b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8821aec0fe4fcf" /><Relationship Type="http://schemas.openxmlformats.org/officeDocument/2006/relationships/notesMaster" Target="/ppt/notesMasters/notesMaster1.xml" Id="R81000bb979de43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3e3ffa865b48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97e0dc952d40e7" /><Relationship Type="http://schemas.openxmlformats.org/officeDocument/2006/relationships/slideLayout" Target="/ppt/slideLayouts/slideLayout1.xml" Id="R43e63e1ac4024e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e63e1ac4024e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0b4091fec34b9a" /><Relationship Type="http://schemas.openxmlformats.org/officeDocument/2006/relationships/notesSlide" Target="/ppt/notesSlides/notesSlide1.xml" Id="R156cf41a94894f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C6C266-221E-4A3B-8952-5B8BB0A9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476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</p:spPr>
      </p:sp>
    </p:spTree>
    <p:extLst>
      <p:ext uri="{BB962C8B-B14F-4D97-AF65-F5344CB8AC3E}">
        <p14:creationId xmlns:p14="http://schemas.microsoft.com/office/powerpoint/2010/main" val="19278072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2026-06-03T05:19:56.1900000Z</dcterms:created>
  <dcterms:modified xsi:type="dcterms:W3CDTF">2026-06-03T05:19:56.1900000Z</dcterms:modified>
</coreProperties>
</file>